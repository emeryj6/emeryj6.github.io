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</p:sldIdLst>
  <p:sldSz cy="5143500" cx="9144000"/>
  <p:notesSz cx="6858000" cy="9144000"/>
  <p:embeddedFontLst>
    <p:embeddedFont>
      <p:font typeface="Roboto"/>
      <p:regular r:id="rId6"/>
      <p:bold r:id="rId7"/>
      <p:italic r:id="rId8"/>
      <p:boldItalic r:id="rId9"/>
    </p:embeddedFont>
    <p:embeddedFont>
      <p:font typeface="Helvetica Neue"/>
      <p:regular r:id="rId10"/>
      <p:bold r:id="rId11"/>
      <p:italic r:id="rId12"/>
      <p:boldItalic r:id="rId13"/>
    </p:embeddedFont>
    <p:embeddedFont>
      <p:font typeface="Merriweather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HelveticaNeue-bold.fntdata"/><Relationship Id="rId10" Type="http://schemas.openxmlformats.org/officeDocument/2006/relationships/font" Target="fonts/HelveticaNeue-regular.fntdata"/><Relationship Id="rId13" Type="http://schemas.openxmlformats.org/officeDocument/2006/relationships/font" Target="fonts/HelveticaNeue-boldItalic.fntdata"/><Relationship Id="rId12" Type="http://schemas.openxmlformats.org/officeDocument/2006/relationships/font" Target="fonts/HelveticaNeue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Roboto-boldItalic.fntdata"/><Relationship Id="rId15" Type="http://schemas.openxmlformats.org/officeDocument/2006/relationships/font" Target="fonts/Merriweather-bold.fntdata"/><Relationship Id="rId14" Type="http://schemas.openxmlformats.org/officeDocument/2006/relationships/font" Target="fonts/Merriweather-regular.fntdata"/><Relationship Id="rId17" Type="http://schemas.openxmlformats.org/officeDocument/2006/relationships/font" Target="fonts/Merriweather-boldItalic.fntdata"/><Relationship Id="rId16" Type="http://schemas.openxmlformats.org/officeDocument/2006/relationships/font" Target="fonts/Merriweather-italic.fntdata"/><Relationship Id="rId5" Type="http://schemas.openxmlformats.org/officeDocument/2006/relationships/slide" Target="slides/slide1.xml"/><Relationship Id="rId6" Type="http://schemas.openxmlformats.org/officeDocument/2006/relationships/font" Target="fonts/Roboto-regular.fntdata"/><Relationship Id="rId7" Type="http://schemas.openxmlformats.org/officeDocument/2006/relationships/font" Target="fonts/Roboto-bold.fntdata"/><Relationship Id="rId8" Type="http://schemas.openxmlformats.org/officeDocument/2006/relationships/font" Target="fonts/Robo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f222271e7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f222271e7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6.png"/><Relationship Id="rId8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bandcamp.com</a:t>
            </a: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   Jesse Emery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5" name="Google Shape;6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6474" y="269575"/>
            <a:ext cx="2397974" cy="23996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66" name="Google Shape;6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9900" y="269575"/>
            <a:ext cx="1251688" cy="379772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67" name="Google Shape;67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65600" y="3514750"/>
            <a:ext cx="3812873" cy="49865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3"/>
          <p:cNvSpPr txBox="1"/>
          <p:nvPr/>
        </p:nvSpPr>
        <p:spPr>
          <a:xfrm>
            <a:off x="2135600" y="2615300"/>
            <a:ext cx="143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After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125888" y="4013400"/>
            <a:ext cx="143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Before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0" name="Google Shape;70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98725" y="3070612"/>
            <a:ext cx="2113501" cy="198038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3"/>
          <p:cNvSpPr/>
          <p:nvPr/>
        </p:nvSpPr>
        <p:spPr>
          <a:xfrm>
            <a:off x="2189775" y="2512450"/>
            <a:ext cx="1331400" cy="1569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3"/>
          <p:cNvSpPr/>
          <p:nvPr/>
        </p:nvSpPr>
        <p:spPr>
          <a:xfrm>
            <a:off x="1798725" y="3043025"/>
            <a:ext cx="2113500" cy="253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34250" y="1421563"/>
            <a:ext cx="3812876" cy="1039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134255" y="269571"/>
            <a:ext cx="1888575" cy="91905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3"/>
          <p:cNvSpPr txBox="1"/>
          <p:nvPr/>
        </p:nvSpPr>
        <p:spPr>
          <a:xfrm>
            <a:off x="7192250" y="269575"/>
            <a:ext cx="175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Concept: April fools bandcamp now hosts actual bandcamps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4341350" y="2461425"/>
            <a:ext cx="46059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Changes: Changed gradient colour in first line, darkened search bar, changed text and images throughout to parody, added prank section at bottom leading to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surprise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video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" name="Google Shape;77;p13"/>
          <p:cNvSpPr txBox="1"/>
          <p:nvPr/>
        </p:nvSpPr>
        <p:spPr>
          <a:xfrm>
            <a:off x="5736575" y="3903450"/>
            <a:ext cx="621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Tags: &lt;a&gt; &lt;li&gt;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" name="Google Shape;78;p13"/>
          <p:cNvCxnSpPr/>
          <p:nvPr/>
        </p:nvCxnSpPr>
        <p:spPr>
          <a:xfrm>
            <a:off x="1975838" y="3925016"/>
            <a:ext cx="3256500" cy="0"/>
          </a:xfrm>
          <a:prstGeom prst="straightConnector1">
            <a:avLst/>
          </a:prstGeom>
          <a:noFill/>
          <a:ln cap="flat" cmpd="sng" w="952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" name="Google Shape;79;p13"/>
          <p:cNvCxnSpPr/>
          <p:nvPr/>
        </p:nvCxnSpPr>
        <p:spPr>
          <a:xfrm>
            <a:off x="5232088" y="1509621"/>
            <a:ext cx="3642300" cy="0"/>
          </a:xfrm>
          <a:prstGeom prst="straightConnector1">
            <a:avLst/>
          </a:prstGeom>
          <a:noFill/>
          <a:ln cap="flat" cmpd="sng" w="952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